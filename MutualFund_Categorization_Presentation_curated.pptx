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30s — Welcome, quick agenda (1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— Outline what will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 — Explain why consistent categories matter (reporting, comparison).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 — Walk through each criterion with 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 — Show sample funds and assign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 — Final recommendations,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 — Summarize the taxonomy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handout. Export as PDF page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Categorization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Curated presentation — visuals, speaker notes, and handout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</a:t>
            </a:r>
          </a:p>
          <a:p>
            <a:pPr lvl="1"/>
            <a:r>
              <a:t>Categorization criteria</a:t>
            </a:r>
          </a:p>
          <a:p>
            <a:pPr lvl="1"/>
            <a:r>
              <a:t>Examples</a:t>
            </a:r>
          </a:p>
          <a:p>
            <a:pPr lvl="1"/>
            <a: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variety of mutual funds</a:t>
            </a:r>
          </a:p>
          <a:p>
            <a:pPr lvl="1"/>
            <a:r>
              <a:t>Need consistent categorization</a:t>
            </a:r>
          </a:p>
          <a:p>
            <a:pPr lvl="1"/>
            <a:r>
              <a:t>Stakeholders: investors, advisors, product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Categorization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Asset class (equity, debt, hybrid)</a:t>
            </a:r>
          </a:p>
          <a:p>
            <a:pPr lvl="1"/>
            <a:r>
              <a:t>Geography (domestic, international)</a:t>
            </a:r>
          </a:p>
          <a:p>
            <a:pPr lvl="1"/>
            <a:r>
              <a:t>Investment style (growth, value)</a:t>
            </a:r>
          </a:p>
          <a:p>
            <a:pPr lvl="1"/>
            <a:r>
              <a:t>Risk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Large-cap equity — Blue-chip focused</a:t>
            </a:r>
          </a:p>
          <a:p>
            <a:pPr lvl="1"/>
            <a:r>
              <a:t>Short-term debt — low duration</a:t>
            </a:r>
          </a:p>
          <a:p>
            <a:pPr lvl="1"/>
            <a:r>
              <a:t>Balanced hybrid — equity+debt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 a hierarchical taxonomy</a:t>
            </a:r>
          </a:p>
          <a:p>
            <a:pPr lvl="1"/>
            <a:r>
              <a:t>Automate tagging by rules + manual review</a:t>
            </a:r>
          </a:p>
          <a:p>
            <a:pPr lvl="1"/>
            <a:r>
              <a:t>Periodically review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Infographic placeholder — replace with designed graphic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Handout: One-page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points:</a:t>
            </a:r>
          </a:p>
          <a:p>
            <a:r>
              <a:t>- Taxonomy summary</a:t>
            </a:r>
          </a:p>
          <a:p>
            <a:r>
              <a:t>- Top recommendations</a:t>
            </a:r>
          </a:p>
          <a:p>
            <a:r>
              <a:t>- Contact/next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